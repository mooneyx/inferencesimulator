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58" r:id="rId5"/>
    <p:sldId id="257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69CF25-61D8-4E20-B940-DD9F5CE425DE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A5F328-07F3-4902-95BC-4CED02A23DD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9044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5F328-07F3-4902-95BC-4CED02A23DD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0532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5F328-07F3-4902-95BC-4CED02A23DD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8623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5F328-07F3-4902-95BC-4CED02A23DD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3935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5F328-07F3-4902-95BC-4CED02A23DD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1014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B322-6E7E-D359-87C0-66B23DE7C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FB7F276-68E3-63A3-E8BF-CD4344C14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A7CD7F-D750-FDA0-C1F1-3BFCF6FA05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1ABD5E-E5E6-9B36-E3F9-7673E0744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A5F328-07F3-4902-95BC-4CED02A23DD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601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ABEA4-12B8-562A-FAD8-51F287465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6769A8-1A88-F00A-30DF-DE6BC2C17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1D530A-16A3-F8B0-3B37-9294728ED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2193D6-8197-58E1-8448-2C5D4EB69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8842CE-7FF3-91EA-54E6-31CC97E0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0407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4EC820-E101-5F0F-E19E-A014737B4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20855-3EBA-E799-BF85-A192FFF9C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585A1F-339F-AD3E-B1DB-1C6C4F775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453199-967E-E5CE-C899-1668141F5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EC7888-6025-8712-B52C-1390DDA65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07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ACBCD-694B-116A-0DCB-AC2161B0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2A61DA-6CD8-5AC2-C8DC-4314686F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CC0393-F095-1586-0B51-A686BA565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127594-F7F6-01AD-B08B-622C2CC3F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C56C2C-CF52-23B4-F7C6-F3E0859E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13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7AD936-AB63-95AC-9640-AB635CF25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8E69A2-7150-6D50-2A35-8F77F23C5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446373A-9AF7-E961-FE45-114458FCD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CAF042-5EE3-45C4-0A78-1D84980FC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E06DA5-D486-6FD1-99D5-C516362C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2AE8E5-36A5-390A-CB2E-9DE9018A7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1460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C19BBA-F5B0-BB4A-A6D0-1D9D3F507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C55C6D-661C-A9E9-EBF9-E3EB974E0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81FCBC-0FC8-BA63-059F-B729A94F2A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035CC11-24E1-689C-A8C4-8E459771A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5FA36A1-1EB2-E0FC-F881-4F4427375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6826E5-271C-E843-830F-9E5BB993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3B765CF-9C6C-4B42-203A-3EEC23434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FD7383B-9649-3ADE-4B34-7CDD649E4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52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BAB7E5-F7C5-8F04-B024-2AD6EA6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6BB84EB-AE9D-7231-82D0-FD8878D8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F42ABB-FA7A-C3E7-CA19-15753B0A1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8C11F90-82B8-31DF-B28C-09A02F79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3356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583F11-8E4C-9B59-F624-2D6ABA950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AE3428-7D22-6F3B-E115-CD4CC557B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1F4FCE-1A64-A1AC-F38D-4291D761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20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DF5E3-16B8-4731-3124-0B6F42A21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69311B-643B-3757-912C-3AE95409B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793B73-9821-D12C-1E6F-886E7DBF9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3F09AE-8190-C322-8B41-16FDE005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C2311A-A5C6-3634-CA10-EFBC9DF94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9431DD-41E4-F6CB-BB29-2D6E7DD1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8515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D70A67-9921-7D92-3655-19F533F5A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8D8623-FCF2-A504-19BC-8EAC7A8C43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28A75D-BE19-DB3E-CAC7-E832FD8A1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5A2843-0681-FDC5-2F2B-02949CD15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207E71-3487-5D60-B6F1-9B6E544DB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791429-F574-45D4-B322-E19858B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494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A839FA-6BA2-ECA7-C854-B4E06E89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CE2ED2-CC41-B531-F6D0-065363943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8E286D-17F7-D802-392D-8CFB07227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B9DBF1-D02D-262C-C332-40F51BE6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A937B1-46A4-D193-E96B-4F0ED958D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67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1142CC-4364-317B-B002-D3603239C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0C9838-E965-77E0-2EFC-D678AD7AA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FC2A9-19CE-0B82-BE0D-C64D6C28E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D0F4AF-7C0F-0E89-E080-E099CFD8E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CEEEB1-DE99-0605-A0D1-C7A495A59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03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9E79FE-729C-E56F-E708-2742FB804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87F749-7240-F314-5F77-AABEB6A90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FF4968-2A62-C7BA-58EE-F3D4379DA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3716E-9C59-4576-B158-20D554A0B02F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F13234-28AD-CE73-233B-E503E31958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E9D530-A164-745E-49E7-79471B33F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7CB3B0-56E8-4DFA-B3E2-9F0F4995B5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468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9164F-23C9-E5D5-51E7-F926AB7633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L2</a:t>
            </a:r>
            <a:r>
              <a:rPr lang="zh-CN" altLang="en-US" dirty="0"/>
              <a:t>命中率影响因素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EE1FD09-D864-A7F6-1FE9-30A3ECD7E1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复用距离 </a:t>
            </a:r>
            <a:r>
              <a:rPr lang="en-US" altLang="zh-CN" dirty="0"/>
              <a:t>– L2</a:t>
            </a:r>
            <a:r>
              <a:rPr lang="zh-CN" altLang="en-US" dirty="0"/>
              <a:t>容量</a:t>
            </a:r>
          </a:p>
        </p:txBody>
      </p:sp>
    </p:spTree>
    <p:extLst>
      <p:ext uri="{BB962C8B-B14F-4D97-AF65-F5344CB8AC3E}">
        <p14:creationId xmlns:p14="http://schemas.microsoft.com/office/powerpoint/2010/main" val="3050260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9CE04D-5C74-0826-F766-B1C5F2523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理论模型</a:t>
            </a:r>
            <a:r>
              <a:rPr lang="en-US" altLang="zh-CN" dirty="0"/>
              <a:t>-</a:t>
            </a:r>
            <a:r>
              <a:rPr lang="zh-CN" altLang="en-US" dirty="0"/>
              <a:t>复用距离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CA5079-C444-DF57-EECB-85CEB24AF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LRU </a:t>
            </a:r>
            <a:r>
              <a:rPr lang="zh-CN" altLang="en-US" dirty="0"/>
              <a:t>下</a:t>
            </a:r>
            <a:r>
              <a:rPr lang="en-US" altLang="zh-CN" dirty="0"/>
              <a:t>, KV</a:t>
            </a:r>
            <a:r>
              <a:rPr lang="zh-CN" altLang="en-US" dirty="0"/>
              <a:t>能否保留</a:t>
            </a:r>
            <a:r>
              <a:rPr lang="en-US" altLang="zh-CN" dirty="0"/>
              <a:t>, </a:t>
            </a:r>
            <a:r>
              <a:rPr lang="zh-CN" altLang="en-US" dirty="0"/>
              <a:t>取决于两次复用之间经过的不同缓存页占用</a:t>
            </a:r>
            <a:r>
              <a:rPr lang="en-US" altLang="zh-CN" dirty="0"/>
              <a:t>, </a:t>
            </a:r>
            <a:r>
              <a:rPr lang="zh-CN" altLang="en-US" dirty="0"/>
              <a:t>称为复用距离</a:t>
            </a:r>
            <a:r>
              <a:rPr lang="en-US" altLang="zh-CN" dirty="0"/>
              <a:t>D</a:t>
            </a:r>
          </a:p>
          <a:p>
            <a:r>
              <a:rPr lang="zh-CN" altLang="en-US" dirty="0"/>
              <a:t>设不同会话的请求到达率为</a:t>
            </a:r>
            <a:r>
              <a:rPr lang="en-US" altLang="zh-CN" dirty="0"/>
              <a:t>λ(</a:t>
            </a:r>
            <a:r>
              <a:rPr lang="zh-CN" altLang="en-US" dirty="0"/>
              <a:t>闭环到达</a:t>
            </a:r>
            <a:r>
              <a:rPr lang="en-US" altLang="zh-CN" dirty="0"/>
              <a:t>, </a:t>
            </a:r>
            <a:r>
              <a:rPr lang="zh-CN" altLang="en-US" dirty="0"/>
              <a:t>链式依赖下等同于</a:t>
            </a:r>
            <a:r>
              <a:rPr lang="en-US" altLang="zh-CN" dirty="0" err="1"/>
              <a:t>qps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轮次间隔为</a:t>
            </a:r>
            <a:r>
              <a:rPr lang="en-US" altLang="zh-CN" dirty="0"/>
              <a:t>t, </a:t>
            </a:r>
            <a:r>
              <a:rPr lang="zh-CN" altLang="en-US" dirty="0"/>
              <a:t>请求平均输入长度为</a:t>
            </a:r>
            <a:r>
              <a:rPr lang="en-US" altLang="zh-CN" dirty="0"/>
              <a:t>C, </a:t>
            </a:r>
            <a:r>
              <a:rPr lang="zh-CN" altLang="en-US" dirty="0"/>
              <a:t>三层容量分别为</a:t>
            </a:r>
            <a:r>
              <a:rPr lang="en-US" altLang="zh-CN" dirty="0"/>
              <a:t>K1, K2, K3</a:t>
            </a:r>
          </a:p>
          <a:p>
            <a:r>
              <a:rPr lang="zh-CN" altLang="en-US" dirty="0"/>
              <a:t>则</a:t>
            </a:r>
            <a:r>
              <a:rPr lang="en-US" altLang="zh-CN" dirty="0"/>
              <a:t>D &lt;= K1</a:t>
            </a:r>
            <a:r>
              <a:rPr lang="zh-CN" altLang="en-US" dirty="0"/>
              <a:t>时命中主要来自</a:t>
            </a:r>
            <a:r>
              <a:rPr lang="en-US" altLang="zh-CN" dirty="0"/>
              <a:t>L1, K1 &lt; D &lt;= K1 + K2</a:t>
            </a:r>
            <a:r>
              <a:rPr lang="zh-CN" altLang="en-US" dirty="0"/>
              <a:t>时命中来源开始转向</a:t>
            </a:r>
            <a:r>
              <a:rPr lang="en-US" altLang="zh-CN" dirty="0"/>
              <a:t>L2, D &gt; K1 + K2</a:t>
            </a:r>
            <a:r>
              <a:rPr lang="zh-CN" altLang="en-US" dirty="0"/>
              <a:t>时命中来源开始转向</a:t>
            </a:r>
            <a:r>
              <a:rPr lang="en-US" altLang="zh-CN" dirty="0"/>
              <a:t>L3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75DD00-FB05-E68C-2F32-6BFE67E21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985" y="4195981"/>
            <a:ext cx="3822833" cy="222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196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0AFEBB-803C-C97F-767C-90833F7D5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变化趋势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007E3C-1B95-74DA-7E59-EACD28E3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KV</a:t>
            </a:r>
            <a:r>
              <a:rPr lang="zh-CN" altLang="en-US" dirty="0"/>
              <a:t>命中来源随</a:t>
            </a:r>
            <a:r>
              <a:rPr lang="en-US" altLang="zh-CN" dirty="0"/>
              <a:t>D</a:t>
            </a:r>
            <a:r>
              <a:rPr lang="zh-CN" altLang="en-US" dirty="0"/>
              <a:t>增大表现出</a:t>
            </a:r>
            <a:r>
              <a:rPr lang="en-US" altLang="zh-CN" dirty="0"/>
              <a:t>L1 -&gt; L2 -&gt; L3</a:t>
            </a:r>
            <a:r>
              <a:rPr lang="zh-CN" altLang="en-US" dirty="0"/>
              <a:t>的迁移趋势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76C97195-D3C0-5A5E-5857-75AE9D3E884D}"/>
              </a:ext>
            </a:extLst>
          </p:cNvPr>
          <p:cNvGrpSpPr/>
          <p:nvPr/>
        </p:nvGrpSpPr>
        <p:grpSpPr>
          <a:xfrm>
            <a:off x="0" y="2230625"/>
            <a:ext cx="12192000" cy="4514391"/>
            <a:chOff x="0" y="1162360"/>
            <a:chExt cx="12192000" cy="4514391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CCD5050-D061-3A7E-BA35-71125A28239B}"/>
                </a:ext>
              </a:extLst>
            </p:cNvPr>
            <p:cNvSpPr txBox="1"/>
            <p:nvPr/>
          </p:nvSpPr>
          <p:spPr>
            <a:xfrm>
              <a:off x="0" y="5307419"/>
              <a:ext cx="1219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 err="1"/>
                <a:t>think_time</a:t>
              </a:r>
              <a:r>
                <a:rPr lang="en-US" altLang="zh-CN" dirty="0"/>
                <a:t> = 1s, </a:t>
              </a:r>
              <a:r>
                <a:rPr lang="en-US" altLang="zh-CN" dirty="0" err="1"/>
                <a:t>session_rate</a:t>
              </a:r>
              <a:r>
                <a:rPr lang="en-US" altLang="zh-CN" dirty="0"/>
                <a:t> = 0.02,</a:t>
              </a:r>
              <a:r>
                <a:rPr lang="zh-CN" altLang="en-US" dirty="0"/>
                <a:t> </a:t>
              </a:r>
              <a:r>
                <a:rPr lang="en-US" altLang="zh-CN" dirty="0" err="1"/>
                <a:t>num_request</a:t>
              </a:r>
              <a:r>
                <a:rPr lang="zh-CN" altLang="en-US" dirty="0"/>
                <a:t> </a:t>
              </a:r>
              <a:r>
                <a:rPr lang="en-US" altLang="zh-CN" dirty="0"/>
                <a:t>=</a:t>
              </a:r>
              <a:r>
                <a:rPr lang="zh-CN" altLang="en-US" dirty="0"/>
                <a:t> </a:t>
              </a:r>
              <a:r>
                <a:rPr lang="en-US" altLang="zh-CN" dirty="0"/>
                <a:t>4096, </a:t>
              </a:r>
              <a:r>
                <a:rPr lang="en-US" altLang="zh-CN" dirty="0" err="1"/>
                <a:t>num_session</a:t>
              </a:r>
              <a:r>
                <a:rPr lang="en-US" altLang="zh-CN" dirty="0"/>
                <a:t> = 128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78B85BEC-D63A-FF7B-AD55-0EA5FA58DA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162360"/>
              <a:ext cx="12192000" cy="414505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6101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BF4983-9ADA-F5E7-475A-8F547FD95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影响因素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D3E95D-E3F4-03BC-89FB-D0C6BEA36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L2</a:t>
            </a:r>
            <a:r>
              <a:rPr lang="zh-CN" altLang="en-US" dirty="0"/>
              <a:t>容量</a:t>
            </a:r>
            <a:r>
              <a:rPr lang="en-US" altLang="zh-CN" dirty="0"/>
              <a:t>: </a:t>
            </a:r>
            <a:r>
              <a:rPr lang="zh-CN" altLang="en-US" dirty="0"/>
              <a:t>影响窗口位置</a:t>
            </a:r>
            <a:endParaRPr lang="en-US" altLang="zh-CN" dirty="0"/>
          </a:p>
          <a:p>
            <a:r>
              <a:rPr lang="zh-CN" altLang="en-US" dirty="0"/>
              <a:t>同</a:t>
            </a:r>
            <a:r>
              <a:rPr lang="en-US" altLang="zh-CN" dirty="0"/>
              <a:t>session</a:t>
            </a:r>
            <a:r>
              <a:rPr lang="zh-CN" altLang="en-US" dirty="0"/>
              <a:t>不同轮次间隔 </a:t>
            </a:r>
            <a:r>
              <a:rPr lang="en-US" altLang="zh-CN" dirty="0"/>
              <a:t>/ </a:t>
            </a:r>
            <a:r>
              <a:rPr lang="zh-CN" altLang="en-US" dirty="0"/>
              <a:t>轮次间用户思考时间</a:t>
            </a:r>
            <a:endParaRPr lang="en-US" altLang="zh-CN" dirty="0"/>
          </a:p>
          <a:p>
            <a:r>
              <a:rPr lang="en-US" altLang="zh-CN" dirty="0" err="1"/>
              <a:t>qps</a:t>
            </a:r>
            <a:r>
              <a:rPr lang="en-US" altLang="zh-CN" dirty="0"/>
              <a:t> / session</a:t>
            </a:r>
            <a:r>
              <a:rPr lang="zh-CN" altLang="en-US" dirty="0"/>
              <a:t>密度</a:t>
            </a:r>
            <a:endParaRPr lang="en-US" altLang="zh-CN" dirty="0"/>
          </a:p>
          <a:p>
            <a:r>
              <a:rPr lang="zh-CN" altLang="en-US" dirty="0"/>
              <a:t>上下文长度</a:t>
            </a:r>
          </a:p>
        </p:txBody>
      </p:sp>
    </p:spTree>
    <p:extLst>
      <p:ext uri="{BB962C8B-B14F-4D97-AF65-F5344CB8AC3E}">
        <p14:creationId xmlns:p14="http://schemas.microsoft.com/office/powerpoint/2010/main" val="614076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07557-8144-ADAE-014E-07E7BFDA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同</a:t>
            </a:r>
            <a:r>
              <a:rPr lang="en-US" altLang="zh-CN" dirty="0"/>
              <a:t>session</a:t>
            </a:r>
            <a:r>
              <a:rPr lang="zh-CN" altLang="en-US" dirty="0"/>
              <a:t>不同轮次间隔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AEFED-0479-48FF-0588-853D0D1A7B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间隔越长</a:t>
            </a:r>
            <a:r>
              <a:rPr lang="en-US" altLang="zh-CN" dirty="0"/>
              <a:t>, </a:t>
            </a:r>
            <a:r>
              <a:rPr lang="zh-CN" altLang="en-US" dirty="0"/>
              <a:t>两次请求间的其他会话请求和对应</a:t>
            </a:r>
            <a:r>
              <a:rPr lang="en-US" altLang="zh-CN" dirty="0"/>
              <a:t>KV</a:t>
            </a:r>
            <a:r>
              <a:rPr lang="zh-CN" altLang="en-US" dirty="0"/>
              <a:t>则越多</a:t>
            </a:r>
            <a:r>
              <a:rPr lang="en-US" altLang="zh-CN" dirty="0"/>
              <a:t>, </a:t>
            </a:r>
            <a:r>
              <a:rPr lang="zh-CN" altLang="en-US" dirty="0"/>
              <a:t>可能将该请求的</a:t>
            </a:r>
            <a:r>
              <a:rPr lang="en-US" altLang="zh-CN" dirty="0"/>
              <a:t>KV</a:t>
            </a:r>
            <a:r>
              <a:rPr lang="zh-CN" altLang="en-US" dirty="0"/>
              <a:t>驱逐到低层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535C7D2-DF90-C0AE-D68A-468129A51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4626"/>
            <a:ext cx="12192000" cy="414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9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B5555-197E-BCA0-828D-D64BEA8F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0EF87-05F7-F862-5A5A-323221252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qps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A3B9A07-1813-8F82-08BD-2BCA186A6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8423"/>
            <a:ext cx="12192000" cy="414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30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5DC1B7-7CBB-A2DC-9AF4-698A9008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上下文长度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D758A40-15C7-5EDC-DB2B-4716D4054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54078"/>
            <a:ext cx="10515600" cy="357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64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314</Words>
  <Application>Microsoft Office PowerPoint</Application>
  <PresentationFormat>宽屏</PresentationFormat>
  <Paragraphs>24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L2命中率影响因素</vt:lpstr>
      <vt:lpstr>理论模型-复用距离</vt:lpstr>
      <vt:lpstr>变化趋势</vt:lpstr>
      <vt:lpstr>影响因素</vt:lpstr>
      <vt:lpstr>同session不同轮次间隔</vt:lpstr>
      <vt:lpstr>qps</vt:lpstr>
      <vt:lpstr>上下文长度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T201597</dc:creator>
  <cp:lastModifiedBy>T201597</cp:lastModifiedBy>
  <cp:revision>14</cp:revision>
  <dcterms:created xsi:type="dcterms:W3CDTF">2026-10-21T09:26:43Z</dcterms:created>
  <dcterms:modified xsi:type="dcterms:W3CDTF">2026-10-21T12:46:32Z</dcterms:modified>
</cp:coreProperties>
</file>